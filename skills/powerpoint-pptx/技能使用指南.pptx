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PowerPoint PPTX 技能使用指南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如何用这个技能生成 PPT</a:t>
            </a:r>
          </a:p>
          <a:p>
            <a:r>
              <a:t>内网环境专用 · 完全本地化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技能介绍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这是什么？</a:t>
            </a:r>
          </a:p>
          <a:p>
            <a:r>
              <a:t>一个完全本地化的 PPT 生成技能，无需外部 API</a:t>
            </a:r>
          </a:p>
          <a:p>
            <a:r>
              <a:t>核心特点</a:t>
            </a:r>
          </a:p>
          <a:p>
            <a:pPr lvl="1"/>
            <a:r>
              <a:t>✅ 纯本地运行 - 无网络请求</a:t>
            </a:r>
          </a:p>
          <a:p>
            <a:pPr lvl="1"/>
            <a:r>
              <a:t>✅ 跨平台 - Linux/macOS/Windows</a:t>
            </a:r>
          </a:p>
          <a:p>
            <a:pPr lvl="1"/>
            <a:r>
              <a:t>✅ 开源免费 - MIT-0 许可</a:t>
            </a:r>
          </a:p>
          <a:p>
            <a:r>
              <a:t>依赖库</a:t>
            </a:r>
          </a:p>
          <a:p>
            <a:pPr lvl="1"/>
            <a:r>
              <a:t>python-pptx v1.0.2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安装步骤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步骤 1：安装依赖</a:t>
            </a:r>
          </a:p>
          <a:p>
            <a:pPr lvl="1">
              <a:defRPr>
                <a:latin typeface="Courier New"/>
              </a:defRPr>
            </a:pPr>
            <a:r>
              <a:t>pip install python-pptx</a:t>
            </a:r>
          </a:p>
          <a:p>
            <a:r>
              <a:t>步骤 2：技能文件已就位</a:t>
            </a:r>
          </a:p>
          <a:p>
            <a:pPr lvl="1"/>
            <a:r>
              <a:t>位置：skills/powerpoint-pptx/</a:t>
            </a:r>
          </a:p>
          <a:p>
            <a:r>
              <a:t>步骤 3：验证安装</a:t>
            </a:r>
          </a:p>
          <a:p>
            <a:pPr lvl="1">
              <a:defRPr>
                <a:latin typeface="Courier New"/>
              </a:defRPr>
            </a:pPr>
            <a:r>
              <a:t>python3 -c "import pptx; print(pptx.__version__)"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基本用法（3 步）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1 步：导入库</a:t>
            </a:r>
          </a:p>
          <a:p>
            <a:pPr lvl="1">
              <a:defRPr>
                <a:latin typeface="Courier New"/>
              </a:defRPr>
            </a:pPr>
            <a:r>
              <a:t>from pptx import Presentation</a:t>
            </a:r>
          </a:p>
          <a:p>
            <a:r>
              <a:t>第 2 步：创建演示文稿</a:t>
            </a:r>
          </a:p>
          <a:p>
            <a:pPr lvl="1">
              <a:defRPr>
                <a:latin typeface="Courier New"/>
              </a:defRPr>
            </a:pPr>
            <a:r>
              <a:t>prs = Presentation()</a:t>
            </a:r>
          </a:p>
          <a:p>
            <a:r>
              <a:t>第 3 步：添加幻灯片并保存</a:t>
            </a:r>
          </a:p>
          <a:p>
            <a:pPr lvl="1">
              <a:defRPr>
                <a:latin typeface="Courier New"/>
              </a:defRPr>
            </a:pPr>
            <a:r>
              <a:t>slide = prs.slides.add_slide(prs.slide_layouts[1])</a:t>
            </a:r>
          </a:p>
          <a:p>
            <a:pPr lvl="1">
              <a:defRPr>
                <a:latin typeface="Courier New"/>
              </a:defRPr>
            </a:pPr>
            <a:r>
              <a:t>prs.save('output.pptx')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种内置布局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布局索引对照表</a:t>
            </a:r>
          </a:p>
          <a:p>
            <a:pPr lvl="1"/>
            <a:r>
              <a:t>0 - Title Slide（封面页）</a:t>
            </a:r>
          </a:p>
          <a:p>
            <a:pPr lvl="1"/>
            <a:r>
              <a:t>1 - Title and Content（标准内容页）</a:t>
            </a:r>
          </a:p>
          <a:p>
            <a:pPr lvl="1"/>
            <a:r>
              <a:t>2 - Section Header（章节分隔页）</a:t>
            </a:r>
          </a:p>
          <a:p>
            <a:pPr lvl="1"/>
            <a:r>
              <a:t>3 - Two Content（并排内容页）</a:t>
            </a:r>
          </a:p>
          <a:p>
            <a:pPr lvl="1"/>
            <a:r>
              <a:t>4 - Comparison（对比页）</a:t>
            </a:r>
          </a:p>
          <a:p>
            <a:pPr lvl="1"/>
            <a:r>
              <a:t>5 - Title Only（仅标题页）</a:t>
            </a:r>
          </a:p>
          <a:p>
            <a:pPr lvl="1"/>
            <a:r>
              <a:t>6 - Blank（空白页 - 完全自定义）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添加文本内容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设置标题</a:t>
            </a:r>
          </a:p>
          <a:p>
            <a:pPr lvl="1">
              <a:defRPr>
                <a:latin typeface="Courier New"/>
              </a:defRPr>
            </a:pPr>
            <a:r>
              <a:t>title = slide.shapes.title</a:t>
            </a:r>
          </a:p>
          <a:p>
            <a:pPr lvl="1">
              <a:defRPr>
                <a:latin typeface="Courier New"/>
              </a:defRPr>
            </a:pPr>
            <a:r>
              <a:t>title.text = "我的标题"</a:t>
            </a:r>
          </a:p>
          <a:p>
            <a:r>
              <a:t>添加正文段落</a:t>
            </a:r>
          </a:p>
          <a:p>
            <a:pPr lvl="1">
              <a:defRPr>
                <a:latin typeface="Courier New"/>
              </a:defRPr>
            </a:pPr>
            <a:r>
              <a:t>body = slide.placeholders[1]</a:t>
            </a:r>
          </a:p>
          <a:p>
            <a:pPr lvl="1">
              <a:defRPr>
                <a:latin typeface="Courier New"/>
              </a:defRPr>
            </a:pPr>
            <a:r>
              <a:t>tf = body.text_frame</a:t>
            </a:r>
          </a:p>
          <a:p>
            <a:pPr lvl="1">
              <a:defRPr>
                <a:latin typeface="Courier New"/>
              </a:defRPr>
            </a:pPr>
            <a:r>
              <a:t>p = tf.add_paragraph()</a:t>
            </a:r>
          </a:p>
          <a:p>
            <a:pPr lvl="1">
              <a:defRPr>
                <a:latin typeface="Courier New"/>
              </a:defRPr>
            </a:pPr>
            <a:r>
              <a:t>p.text = "内容"</a:t>
            </a:r>
          </a:p>
          <a:p>
            <a:pPr lvl="1">
              <a:defRPr>
                <a:latin typeface="Courier New"/>
              </a:defRPr>
            </a:pPr>
            <a:r>
              <a:t>p.level = 1  # 缩进级别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添加图表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导入图表模块</a:t>
            </a:r>
          </a:p>
          <a:p>
            <a:pPr lvl="1">
              <a:defRPr>
                <a:latin typeface="Courier New"/>
              </a:defRPr>
            </a:pPr>
            <a:r>
              <a:t>from pptx.chart.data import CategoryChartData</a:t>
            </a:r>
          </a:p>
          <a:p>
            <a:pPr lvl="1">
              <a:defRPr>
                <a:latin typeface="Courier New"/>
              </a:defRPr>
            </a:pPr>
            <a:r>
              <a:t>from pptx.enum.chart import XL_CHART_TYPE</a:t>
            </a:r>
          </a:p>
          <a:p>
            <a:r>
              <a:t>创建图表数据</a:t>
            </a:r>
          </a:p>
          <a:p>
            <a:pPr lvl="1">
              <a:defRPr>
                <a:latin typeface="Courier New"/>
              </a:defRPr>
            </a:pPr>
            <a:r>
              <a:t>chart_data = CategoryChartData()</a:t>
            </a:r>
          </a:p>
          <a:p>
            <a:pPr lvl="1">
              <a:defRPr>
                <a:latin typeface="Courier New"/>
              </a:defRPr>
            </a:pPr>
            <a:r>
              <a:t>chart_data.categories = ['Q1', 'Q2', 'Q3', 'Q4']</a:t>
            </a:r>
          </a:p>
          <a:p>
            <a:pPr lvl="1">
              <a:defRPr>
                <a:latin typeface="Courier New"/>
              </a:defRPr>
            </a:pPr>
            <a:r>
              <a:t>chart_data.add_series('销售额', (100, 150, 200, 250))</a:t>
            </a:r>
          </a:p>
          <a:p>
            <a:r>
              <a:t>添加图表到幻灯片</a:t>
            </a:r>
          </a:p>
          <a:p>
            <a:pPr lvl="1">
              <a:defRPr>
                <a:latin typeface="Courier New"/>
              </a:defRPr>
            </a:pPr>
            <a:r>
              <a:t>slide.shapes.add_chart(...)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注意事项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常见陷阱</a:t>
            </a:r>
          </a:p>
          <a:p>
            <a:pPr lvl="1"/>
            <a:r>
              <a:t>⚠️ 布局索引因模板而异 - 使用前先检查</a:t>
            </a:r>
          </a:p>
          <a:p>
            <a:pPr lvl="1"/>
            <a:r>
              <a:t>⚠️ 字体嵌入问题 - 使用常见字体</a:t>
            </a:r>
          </a:p>
          <a:p>
            <a:pPr lvl="1"/>
            <a:r>
              <a:t>⚠️ 图片尺寸 - 始终用 Inches() 或 Pt()</a:t>
            </a:r>
          </a:p>
          <a:p>
            <a:pPr lvl="1"/>
            <a:r>
              <a:t>⚠️ 图表数据 - 类别数与数据系列匹配</a:t>
            </a:r>
          </a:p>
          <a:p>
            <a:r>
              <a:t>最佳实践</a:t>
            </a:r>
          </a:p>
          <a:p>
            <a:pPr lvl="1"/>
            <a:r>
              <a:t>✅ 创建后验证幻灯片数量</a:t>
            </a:r>
          </a:p>
          <a:p>
            <a:pPr lvl="1"/>
            <a:r>
              <a:t>✅ 检查文本是否正确填充</a:t>
            </a:r>
          </a:p>
          <a:p>
            <a:pPr lvl="1"/>
            <a:r>
              <a:t>✅ 测试图表渲染效果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完整代码示例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一个完整的 PPT 生成脚本</a:t>
            </a:r>
          </a:p>
          <a:p>
            <a:pPr lvl="1">
              <a:defRPr>
                <a:latin typeface="Courier New"/>
              </a:defRPr>
            </a:pPr>
            <a:r>
              <a:t># 创建演示文稿</a:t>
            </a:r>
          </a:p>
          <a:p>
            <a:pPr lvl="1">
              <a:defRPr>
                <a:latin typeface="Courier New"/>
              </a:defRPr>
            </a:pPr>
            <a:r>
              <a:t>prs = Presentation()</a:t>
            </a:r>
          </a:p>
          <a:p>
            <a:pPr lvl="1">
              <a:defRPr>
                <a:latin typeface="Courier New"/>
              </a:defRPr>
            </a:pPr>
            <a:r>
              <a:t># 添加封面</a:t>
            </a:r>
          </a:p>
          <a:p>
            <a:pPr lvl="1">
              <a:defRPr>
                <a:latin typeface="Courier New"/>
              </a:defRPr>
            </a:pPr>
            <a:r>
              <a:t>slide = prs.slides.add_slide(prs.slide_layouts[0])</a:t>
            </a:r>
          </a:p>
          <a:p>
            <a:pPr lvl="1">
              <a:defRPr>
                <a:latin typeface="Courier New"/>
              </a:defRPr>
            </a:pPr>
            <a:r>
              <a:t>slide.shapes.title.text = "标题"</a:t>
            </a:r>
          </a:p>
          <a:p>
            <a:pPr lvl="1">
              <a:defRPr>
                <a:latin typeface="Courier New"/>
              </a:defRPr>
            </a:pPr>
            <a:r>
              <a:t># 保存</a:t>
            </a:r>
          </a:p>
          <a:p>
            <a:pPr lvl="1">
              <a:defRPr>
                <a:latin typeface="Courier New"/>
              </a:defRPr>
            </a:pPr>
            <a:r>
              <a:t>prs.save('演示文稿.pptx')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开始使用吧！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有任何问题随时询问</a:t>
            </a:r>
          </a:p>
          <a:p/>
          <a:p>
            <a:r>
              <a:t>技能位置：skills/powerpoint-pptx/</a:t>
            </a:r>
          </a:p>
          <a:p>
            <a:r>
              <a:t>文档：SKILL.md, slides.md, charts.md, design.md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