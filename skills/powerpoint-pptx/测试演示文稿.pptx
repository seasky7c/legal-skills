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测试演示文稿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 PPTX 技能测试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python-pptx 已安装</a:t>
            </a:r>
          </a:p>
          <a:p>
            <a:r>
              <a:t>✅ 技能文件已就绪</a:t>
            </a:r>
          </a:p>
          <a:p>
            <a:r>
              <a:t>✅ 可开始使用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